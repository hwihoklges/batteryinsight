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예시 · 압력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검증용 합성 데이터입니다. 실제 사용자 장표나 실험 결과가 아닙니다.</a:t>
            </a:r>
          </a:p>
          <a:p>
            <a:r>
              <a:t>시험 시작일 2026-10-22 · 세트 001 · 실험 RPT BOL 압력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609600">
                <a:tc>
                  <a:txBody>
                    <a:bodyPr/>
                    <a:lstStyle/>
                    <a:p>
                      <a:r>
                        <a:t>샘플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물리 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raw 시험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배치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압력 (MPa)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N3-A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N3-B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